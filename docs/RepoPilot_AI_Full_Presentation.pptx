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4572000" cy="457200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QUANTUMSIX · SPACE-DRIVEN AI HACKATHON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RepoPilot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From a Prompt to Production</a:t>
            </a:r>
          </a:p>
          <a:p>
            <a:pPr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SDLC Engineering Copilot for GitLab Teams</a:t>
            </a:r>
          </a:p>
          <a:p>
            <a:pPr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Governed ticket-to-merge-request pipeline with human approval gates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Presentation Flow (Same as Demo Video)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1. What is RepoPilot AI — problem, solution, 9-step pipeline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2. Live UI walkthrough — Login → Dashboard → Projects → Tasks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3. Task BB-007 end-to-end — Analysis, Code Diff, Validation, GitLab MR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4. Human approval gates — DEMO-004 &amp; DEMO-005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5. Reports, Settings, architecture &amp; competitive positioning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What is RepoPilot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Welcome to RepoPilot AI — From a Prompt to Production.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This platform is built for GitLab teams.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It automates the full software delivery lifecycle starting from a single CSV ticket or a simple prompt.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Analysis, code generation, testing, validation, and GitLab Merge Request creation — all on one dashboard, w...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In this video, we will walk through the complete end-to-end flow — how it works, why each step exists, and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16A34A"/>
                </a:solidFill>
              </a:defRPr>
            </a:pPr>
            <a:r>
              <a:t>QuantumSix · Space-Driven AI Hackathon 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Software Delivery is Fragmented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2179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Pain Point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Manual ticket → code → MR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Slow delivery, context switching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Legacy repos hard to navigate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Wrong files changed, regressions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 governance on AI code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Trust issues, audit 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Scattered tools (Jira, IDE, GitLab, CI)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No single pane of glass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One Dashboard — Full SDLC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Tickets enter as CSV — task_id + requirement columns teams already use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AI runs analysis, repo search, test generation, code gen, and validation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Humans approve at TWO gates — before code is written and before MR is created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Output: real GitLab Merge Request with lint, build, and security checks passed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Engineering managers get KPIs, pipeline status, and audit trail in one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SDLC Pipeline — 9 Steps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474720"/>
                <a:gridCol w="722376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What Happens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Requirement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generates acceptance criteria &amp; user stories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Repository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Qdrant semantic search finds impacted files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Impact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Regression areas &amp; API dependencies identified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Test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QA test cases &amp; Playwright specs created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Human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Analysis gate — approve before any code is written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Code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Deterministic replace or LLM file edit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Human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Code diff review gate before 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Validation +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ESLint, build, Playwright, security scan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GitLab 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Branch, commit, push, merge request created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Task Status Flow &amp; Demo Tickets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pending → analyzing → analysis_approval_required → generating_code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→ code_approval_required → validating → security_scan → creating_pr → pr_created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BB-005 (demo upload): change label "Sides Preview" → "Sides Preview 123"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BB-007 (live example): completed pipeline with GitLab MR !868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DEMO-004: waiting at analysis approval gate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• DEMO-005: waiting at code approval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22C55E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Live UI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Same screens &amp; flow as the demo video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RepoPilot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We start on the login page.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Team members sign in with email and password using JWT authentication.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GitLab OAuth is also available for single sign-on.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left panel highlights key product capabilities — autonomous pipeline, AI agents, and native GitLab inte...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For security, the platform uses bcrypt password hashing and token-based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01-login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6665976" cy="46291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After login, the dashboard opens — the engineering manager's command center.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KPI cards at the top show connected projects, indexed files, total tasks, pull requests, success rate, and ...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pipeline status section shows how many tasks are awaiting approval, in progress, or failed.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Below, recent tasks and GitLab merge requests give the entire team visibility in one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02-dashboard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5563209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Projects page lists all connected GitLab repositories.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Each repo shows its index status — Completed, Indexing, or Failed — along with files indexed, framework, an...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Use the GitLab picker to connect a new repository.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Once connected, the platform clones the repo, scans all source files, and stores embeddings in the Qdrant v...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03-projects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6665976" cy="46291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Project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project detail page shows indexing progress and statistics — how many files were scanned and how many e...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You can select the AI provider — Hugging Face Qwen or OpenAI.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re-index button refreshes the repository after webhook events.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Knowledge Graph link opens the dependency visualization for that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04-project-detail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6025136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Knowledge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Knowledge Graph is a visual dependency map of the codebase.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It shows files, components, and imports in a graph layout.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When a ticket arrives, AI uses this graph plus vector search to identify impacted files — especially critic...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Repository intelligence prevents wrong file changes and reduces regression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05-knowledge-graph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6665976" cy="46291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Tasks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Tasks page lists all tickets with Task ID, Project, Status, Risk level, and Assigned Agent.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Use the Upload CSV button to import new tasks.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 Sample CSV download is available for demos.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Statuses include PR Created, Analysis Approval Required, Code Approval Required, Validating, and more.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Delete and view detail actions are available on each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06-tasks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6274296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Upload 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CSV upload dialog uses a simple format — task_id and requirement columns.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Select the target project — in this case, DesigntoolReact.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example ticket BB-005 asks to change the label from Sides Preview to Sides Preview 123.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When you upload a single-row CSV, the task detail page opens automatically for a smooth demo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07-tasks-upload-dialog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6274296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Task Overview — BB-007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This is completed task BB-007 — a real live example.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requirement is to change the label from Sides Preview to Sides Preview 123.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Overview tab shows the nine-step pipeline timeline.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All steps are complete — status is PR Created, risk is Low, and the GitLab PR Agent handled the final step.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Live polling provides real-time updates while the pipeline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08-task-overview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5563209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9-Step Pipeline Explained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Here is how the pipeline works.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Step one — Requirement Analysis: AI generates acceptance criteria and user stories.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Step two — Repository Intelligence: Qdrant search finds impacted files.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Step three — Impact Analysis: identifies regression areas.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Step four — Test Generation: creates QA test cases and Playwright specs.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08-task-overview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5563209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Analysis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Analysis tab shows AI-generated acceptance criteria.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Impacted files are listed with confidence scores — in this case, SidePreview/index.js was identified at nin...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Regression areas and API dependencies are also listed.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Approve or Reject buttons form the first human gate.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Reject restarts the pipeline; approve moves to code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09-task-analysis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5563209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Tests and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Tests and QA tab shows auto-generated functional test cases.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Playwright spec files cover regression scenarios.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Edge cases and coverage percentage are displayed.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QA verification completes before code approval — giving developers confidence that the change is safe to 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10-task-tests-qa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5563209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Code Diff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Code Diff tab is the most important screen — a VS Code style side-by-side diff viewer.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For BB-007, deterministic text replace was used — exactly two occurrences changed in SidePreview/index.js, ...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implementation plan shows sixty-four files scanned and one file modified.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Per-file revert and Revert All buttons are available.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full repository is verified — no hallucination, only the exact change is pushed.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11-task-code-diff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5563209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Validation tab runs automated checks.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ESLint passes on changed files only.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Prettier formatting is verified.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npm run build status is shown.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Playwright test results are displayed.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12-task-validation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5563209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GitLab Pull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Pull Request tab shows a real GitLab Merge Request — MR number 868.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branch is feature/repopilot-bb-007.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Open in GitLab launches it in the browser.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In-app Approve and Merge buttons are available.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 validation summary is shown.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13-task-pull-request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5563209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Audit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Audit tab supports enterprise governance.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It records who approved the analysis, who approved the code, and when — with full timestamps.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Reject history is also stored.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This audit trail builds trust in AI-assisted changes and supports compliance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14-task-audit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5563209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Analysis Approval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Task DEMO-004 is waiting for analysis approval.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Assigned Agent column shows Your Approval — human in the loop.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Before any code is written, the tech lead or product manager reviews the AI analysis.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Approve, Reject, or Request Changes — the pipeline only proceeds after human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15-task-analysis-approval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5563209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Code Approval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Task DEMO-005 is at the code approval gate — the second human gate.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developer reviews the exact diff before the merge request is created.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Reject with feedback restarts the pipeline from the relevant step.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This dual-gate system differentiates RepoPilot from Cursor or Copilot — governed, auditable delivery for te...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16-task-code-approval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6036031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Reports page provides analytics for engineering managers.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Task success rate trends over time.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Agent performance breakdown — runs and success counts.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Validation pass and fail statistics.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Project-wise task distribution charts.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17-reports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5563209" cy="463600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UI DEMO · SCREEN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6459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The Settings page configures integrations.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GitLab Personal Access Token in glpat format.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Hugging Face or OpenAI API keys.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Embedding model defaults to MiniLM.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Chat model is Qwen 2.5 7B Instruct.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6904" y="1289304"/>
            <a:ext cx="6812280" cy="50749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234440"/>
            <a:ext cx="6812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92040" y="1234440"/>
            <a:ext cx="681228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29200" y="1344168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1" y="1344168"/>
            <a:ext cx="128016" cy="128016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358384" y="1344168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7840" y="1307592"/>
            <a:ext cx="5806440" cy="20116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64748B"/>
                </a:solidFill>
              </a:defRPr>
            </a:pPr>
            <a:r>
              <a:t>localhost:3100</a:t>
            </a:r>
          </a:p>
        </p:txBody>
      </p:sp>
      <p:pic>
        <p:nvPicPr>
          <p:cNvPr id="14" name="Picture 13" descr="18-settings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27632"/>
            <a:ext cx="6665976" cy="46291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47104"/>
            <a:ext cx="731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22C55E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22C55E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Platform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Architecture, stack &amp; positioning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RepoPilot AI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Browser (Next.js :3100) → REST API + JWT → NestJS Backend (:3001)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├── TaskPipelineService — orchestrates all 9 pipeline steps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├── Projects / Indexing / GitLab / Reports modules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└── PostgreSQL — tasks, timeline, diffs, merge requests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    ├── Qdrant — vector embeddings for semantic file search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    ├── GitLab API — clone, branch, commit, MR create/merge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t>       └── Local git clone — real commits pushed to GitLab remote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4712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53035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Next.js 14, TypeScript, MUI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Dashboard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NestJS, TypeORM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API + pipeline orchestration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PostgreSQL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Persistent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Vector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Qdrant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Semantic file search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AI (default)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Qwen 2.5 + MiniLM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Chat +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GitLab 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Clone, MR, merge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ESLint, Prettier, Playwright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Quality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COMPETITIVE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RepoPilot vs Market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2104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RepoPilot Advantage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GitHub Copilot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Full SDLC loop — not just IDE autocomplete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Team governance + MR — not single-developer IDE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Devin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Human approval gates + full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n8n / Zapier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Deep repo intelligence + verified code changes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2560320" cy="29260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6A34A"/>
                </a:solidFill>
              </a:defRPr>
            </a:pPr>
            <a:r>
              <a:t>DEMO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Golden Demo Path (2 Minutes)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4712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60120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Dashboard — KPIs &amp; pipeline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0:20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Projects — DesigntoolReact indexed repo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0:40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Tasks — upload BB-005.csv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Approve analysis — show impacted files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1:20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Code Diff — Sides Preview → Sides Preview 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1:40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Approve code → show GitLab MR !868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Close: From a Prompt to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4572000" cy="457200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C55E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058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From a Prompt to Production</a:t>
            </a:r>
          </a:p>
          <a:p>
            <a:pPr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Cursor helps one developer type faster.</a:t>
            </a:r>
          </a:p>
          <a:p>
            <a:pPr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RepoPilot governs the entire change for GitLab teams.</a:t>
            </a:r>
          </a:p>
          <a:p>
            <a:pPr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Dashboard: localhost:3100  |  API: localhost:3001/docs</a:t>
            </a:r>
          </a:p>
          <a:p>
            <a:pPr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QuantumSix · Space-Driven AI Hackathon 2.0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From a Prompt to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